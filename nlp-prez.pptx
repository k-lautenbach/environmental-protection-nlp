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42062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2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D6E03E"/>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99"/>
  </p:normalViewPr>
  <p:slideViewPr>
    <p:cSldViewPr snapToGrid="0">
      <p:cViewPr varScale="1">
        <p:scale>
          <a:sx n="23" d="100"/>
          <a:sy n="23" d="100"/>
        </p:scale>
        <p:origin x="624" y="336"/>
      </p:cViewPr>
      <p:guideLst>
        <p:guide orient="horz" pos="10368"/>
        <p:guide pos="13248"/>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6A3A3A-F046-46B7-AB30-656DBACC10AF}" type="datetimeFigureOut">
              <a:rPr lang="en-US" smtClean="0"/>
              <a:t>12/6/25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EF78C-8154-46C3-A304-1898F7DD4727}" type="slidenum">
              <a:rPr lang="en-US" smtClean="0"/>
              <a:t>‹#›</a:t>
            </a:fld>
            <a:endParaRPr lang="en-US"/>
          </a:p>
        </p:txBody>
      </p:sp>
    </p:spTree>
    <p:extLst>
      <p:ext uri="{BB962C8B-B14F-4D97-AF65-F5344CB8AC3E}">
        <p14:creationId xmlns:p14="http://schemas.microsoft.com/office/powerpoint/2010/main" val="1879476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AAEEF9-7578-433F-ACA7-67A4266BF312}" type="datetimeFigureOut">
              <a:rPr lang="en-US" smtClean="0"/>
              <a:t>12/6/25</a:t>
            </a:fld>
            <a:endParaRPr lang="en-US"/>
          </a:p>
        </p:txBody>
      </p:sp>
      <p:sp>
        <p:nvSpPr>
          <p:cNvPr id="4" name="Slide Image Placeholder 3"/>
          <p:cNvSpPr>
            <a:spLocks noGrp="1" noRot="1" noChangeAspect="1"/>
          </p:cNvSpPr>
          <p:nvPr>
            <p:ph type="sldImg" idx="2"/>
          </p:nvPr>
        </p:nvSpPr>
        <p:spPr>
          <a:xfrm>
            <a:off x="1238250" y="685800"/>
            <a:ext cx="4381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23624-96B6-4836-88C0-3931AE0DBC0A}" type="slidenum">
              <a:rPr lang="en-US" smtClean="0"/>
              <a:t>‹#›</a:t>
            </a:fld>
            <a:endParaRPr lang="en-US"/>
          </a:p>
        </p:txBody>
      </p:sp>
    </p:spTree>
    <p:extLst>
      <p:ext uri="{BB962C8B-B14F-4D97-AF65-F5344CB8AC3E}">
        <p14:creationId xmlns:p14="http://schemas.microsoft.com/office/powerpoint/2010/main" val="513956452"/>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10226042"/>
            <a:ext cx="35753040" cy="7056120"/>
          </a:xfrm>
        </p:spPr>
        <p:txBody>
          <a:bodyPr/>
          <a:lstStyle/>
          <a:p>
            <a:r>
              <a:rPr lang="en-US"/>
              <a:t>Click to edit Master title style</a:t>
            </a:r>
          </a:p>
        </p:txBody>
      </p:sp>
      <p:sp>
        <p:nvSpPr>
          <p:cNvPr id="3" name="Subtitle 2"/>
          <p:cNvSpPr>
            <a:spLocks noGrp="1"/>
          </p:cNvSpPr>
          <p:nvPr>
            <p:ph type="subTitle" idx="1"/>
          </p:nvPr>
        </p:nvSpPr>
        <p:spPr>
          <a:xfrm>
            <a:off x="6309360" y="18653760"/>
            <a:ext cx="29443680" cy="8412480"/>
          </a:xfrm>
        </p:spPr>
        <p:txBody>
          <a:bodyPr/>
          <a:lstStyle>
            <a:lvl1pPr marL="0" indent="0" algn="ctr">
              <a:buNone/>
              <a:defRPr>
                <a:solidFill>
                  <a:schemeClr val="tx1">
                    <a:tint val="75000"/>
                  </a:schemeClr>
                </a:solidFill>
              </a:defRPr>
            </a:lvl1pPr>
            <a:lvl2pPr marL="2103047" indent="0" algn="ctr">
              <a:buNone/>
              <a:defRPr>
                <a:solidFill>
                  <a:schemeClr val="tx1">
                    <a:tint val="75000"/>
                  </a:schemeClr>
                </a:solidFill>
              </a:defRPr>
            </a:lvl2pPr>
            <a:lvl3pPr marL="4206094" indent="0" algn="ctr">
              <a:buNone/>
              <a:defRPr>
                <a:solidFill>
                  <a:schemeClr val="tx1">
                    <a:tint val="75000"/>
                  </a:schemeClr>
                </a:solidFill>
              </a:defRPr>
            </a:lvl3pPr>
            <a:lvl4pPr marL="6309141" indent="0" algn="ctr">
              <a:buNone/>
              <a:defRPr>
                <a:solidFill>
                  <a:schemeClr val="tx1">
                    <a:tint val="75000"/>
                  </a:schemeClr>
                </a:solidFill>
              </a:defRPr>
            </a:lvl4pPr>
            <a:lvl5pPr marL="8412187" indent="0" algn="ctr">
              <a:buNone/>
              <a:defRPr>
                <a:solidFill>
                  <a:schemeClr val="tx1">
                    <a:tint val="75000"/>
                  </a:schemeClr>
                </a:solidFill>
              </a:defRPr>
            </a:lvl5pPr>
            <a:lvl6pPr marL="10515234" indent="0" algn="ctr">
              <a:buNone/>
              <a:defRPr>
                <a:solidFill>
                  <a:schemeClr val="tx1">
                    <a:tint val="75000"/>
                  </a:schemeClr>
                </a:solidFill>
              </a:defRPr>
            </a:lvl6pPr>
            <a:lvl7pPr marL="12618281" indent="0" algn="ctr">
              <a:buNone/>
              <a:defRPr>
                <a:solidFill>
                  <a:schemeClr val="tx1">
                    <a:tint val="75000"/>
                  </a:schemeClr>
                </a:solidFill>
              </a:defRPr>
            </a:lvl7pPr>
            <a:lvl8pPr marL="14721328" indent="0" algn="ctr">
              <a:buNone/>
              <a:defRPr>
                <a:solidFill>
                  <a:schemeClr val="tx1">
                    <a:tint val="75000"/>
                  </a:schemeClr>
                </a:solidFill>
              </a:defRPr>
            </a:lvl8pPr>
            <a:lvl9pPr marL="168243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E1524C-2386-4A77-AA3F-47DF77D98E67}"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
        <p:nvSpPr>
          <p:cNvPr id="7" name="Rectangle 6">
            <a:extLst>
              <a:ext uri="{FF2B5EF4-FFF2-40B4-BE49-F238E27FC236}">
                <a16:creationId xmlns:a16="http://schemas.microsoft.com/office/drawing/2014/main" id="{F5903872-9004-B642-BC40-28308312DE72}"/>
              </a:ext>
            </a:extLst>
          </p:cNvPr>
          <p:cNvSpPr/>
          <p:nvPr userDrawn="1"/>
        </p:nvSpPr>
        <p:spPr>
          <a:xfrm>
            <a:off x="0" y="-76200"/>
            <a:ext cx="42062400" cy="320040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F99F87-202D-7E4A-82CF-5C9A77BFE3E1}"/>
              </a:ext>
            </a:extLst>
          </p:cNvPr>
          <p:cNvPicPr>
            <a:picLocks noChangeAspect="1"/>
          </p:cNvPicPr>
          <p:nvPr userDrawn="1"/>
        </p:nvPicPr>
        <p:blipFill>
          <a:blip r:embed="rId2"/>
          <a:stretch>
            <a:fillRect/>
          </a:stretch>
        </p:blipFill>
        <p:spPr>
          <a:xfrm>
            <a:off x="1239520" y="996604"/>
            <a:ext cx="10139680" cy="1422372"/>
          </a:xfrm>
          <a:prstGeom prst="rect">
            <a:avLst/>
          </a:prstGeom>
        </p:spPr>
      </p:pic>
      <p:pic>
        <p:nvPicPr>
          <p:cNvPr id="9" name="Picture 8">
            <a:extLst>
              <a:ext uri="{FF2B5EF4-FFF2-40B4-BE49-F238E27FC236}">
                <a16:creationId xmlns:a16="http://schemas.microsoft.com/office/drawing/2014/main" id="{EA2CAD84-D99F-3748-AF2C-8B1FE58D1D6D}"/>
              </a:ext>
            </a:extLst>
          </p:cNvPr>
          <p:cNvPicPr>
            <a:picLocks noChangeAspect="1"/>
          </p:cNvPicPr>
          <p:nvPr userDrawn="1"/>
        </p:nvPicPr>
        <p:blipFill>
          <a:blip r:embed="rId3"/>
          <a:stretch>
            <a:fillRect/>
          </a:stretch>
        </p:blipFill>
        <p:spPr>
          <a:xfrm>
            <a:off x="28651200" y="1197942"/>
            <a:ext cx="11684000" cy="1019695"/>
          </a:xfrm>
          <a:prstGeom prst="rect">
            <a:avLst/>
          </a:prstGeom>
        </p:spPr>
      </p:pic>
    </p:spTree>
    <p:extLst>
      <p:ext uri="{BB962C8B-B14F-4D97-AF65-F5344CB8AC3E}">
        <p14:creationId xmlns:p14="http://schemas.microsoft.com/office/powerpoint/2010/main" val="9940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3120" y="3048000"/>
            <a:ext cx="37856160" cy="37566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96338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40" y="21153122"/>
            <a:ext cx="35753040" cy="6537960"/>
          </a:xfrm>
        </p:spPr>
        <p:txBody>
          <a:bodyPr anchor="t"/>
          <a:lstStyle>
            <a:lvl1pPr algn="l">
              <a:defRPr sz="18399" b="1" cap="all"/>
            </a:lvl1pPr>
          </a:lstStyle>
          <a:p>
            <a:r>
              <a:rPr lang="en-US"/>
              <a:t>Click to edit Master title style</a:t>
            </a:r>
          </a:p>
        </p:txBody>
      </p:sp>
      <p:sp>
        <p:nvSpPr>
          <p:cNvPr id="3" name="Text Placeholder 2"/>
          <p:cNvSpPr>
            <a:spLocks noGrp="1"/>
          </p:cNvSpPr>
          <p:nvPr>
            <p:ph type="body" idx="1"/>
          </p:nvPr>
        </p:nvSpPr>
        <p:spPr>
          <a:xfrm>
            <a:off x="3322640" y="13952226"/>
            <a:ext cx="35753040" cy="7200898"/>
          </a:xfrm>
        </p:spPr>
        <p:txBody>
          <a:bodyPr anchor="b"/>
          <a:lstStyle>
            <a:lvl1pPr marL="0" indent="0">
              <a:buNone/>
              <a:defRPr sz="9200">
                <a:solidFill>
                  <a:schemeClr val="tx1">
                    <a:tint val="75000"/>
                  </a:schemeClr>
                </a:solidFill>
              </a:defRPr>
            </a:lvl1pPr>
            <a:lvl2pPr marL="2103047" indent="0">
              <a:buNone/>
              <a:defRPr sz="8241">
                <a:solidFill>
                  <a:schemeClr val="tx1">
                    <a:tint val="75000"/>
                  </a:schemeClr>
                </a:solidFill>
              </a:defRPr>
            </a:lvl2pPr>
            <a:lvl3pPr marL="4206094" indent="0">
              <a:buNone/>
              <a:defRPr sz="7379">
                <a:solidFill>
                  <a:schemeClr val="tx1">
                    <a:tint val="75000"/>
                  </a:schemeClr>
                </a:solidFill>
              </a:defRPr>
            </a:lvl3pPr>
            <a:lvl4pPr marL="6309141" indent="0">
              <a:buNone/>
              <a:defRPr sz="6421">
                <a:solidFill>
                  <a:schemeClr val="tx1">
                    <a:tint val="75000"/>
                  </a:schemeClr>
                </a:solidFill>
              </a:defRPr>
            </a:lvl4pPr>
            <a:lvl5pPr marL="8412187" indent="0">
              <a:buNone/>
              <a:defRPr sz="6421">
                <a:solidFill>
                  <a:schemeClr val="tx1">
                    <a:tint val="75000"/>
                  </a:schemeClr>
                </a:solidFill>
              </a:defRPr>
            </a:lvl5pPr>
            <a:lvl6pPr marL="10515234" indent="0">
              <a:buNone/>
              <a:defRPr sz="6421">
                <a:solidFill>
                  <a:schemeClr val="tx1">
                    <a:tint val="75000"/>
                  </a:schemeClr>
                </a:solidFill>
              </a:defRPr>
            </a:lvl6pPr>
            <a:lvl7pPr marL="12618281" indent="0">
              <a:buNone/>
              <a:defRPr sz="6421">
                <a:solidFill>
                  <a:schemeClr val="tx1">
                    <a:tint val="75000"/>
                  </a:schemeClr>
                </a:solidFill>
              </a:defRPr>
            </a:lvl7pPr>
            <a:lvl8pPr marL="14721328" indent="0">
              <a:buNone/>
              <a:defRPr sz="6421">
                <a:solidFill>
                  <a:schemeClr val="tx1">
                    <a:tint val="75000"/>
                  </a:schemeClr>
                </a:solidFill>
              </a:defRPr>
            </a:lvl8pPr>
            <a:lvl9pPr marL="16824375" indent="0">
              <a:buNone/>
              <a:defRPr sz="642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1524C-2386-4A77-AA3F-47DF77D98E67}"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77649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1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3817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E1524C-2386-4A77-AA3F-47DF77D98E67}"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62457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123" y="7368543"/>
            <a:ext cx="185848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4" name="Content Placeholder 3"/>
          <p:cNvSpPr>
            <a:spLocks noGrp="1"/>
          </p:cNvSpPr>
          <p:nvPr>
            <p:ph sz="half" idx="2"/>
          </p:nvPr>
        </p:nvSpPr>
        <p:spPr>
          <a:xfrm>
            <a:off x="2103123" y="10439401"/>
            <a:ext cx="185848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118" y="7368543"/>
            <a:ext cx="185921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6" name="Content Placeholder 5"/>
          <p:cNvSpPr>
            <a:spLocks noGrp="1"/>
          </p:cNvSpPr>
          <p:nvPr>
            <p:ph sz="quarter" idx="4"/>
          </p:nvPr>
        </p:nvSpPr>
        <p:spPr>
          <a:xfrm>
            <a:off x="21367118" y="10439401"/>
            <a:ext cx="185921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E1524C-2386-4A77-AA3F-47DF77D98E67}" type="datetimeFigureOut">
              <a:rPr lang="en-US" smtClean="0"/>
              <a:t>12/6/25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231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E1524C-2386-4A77-AA3F-47DF77D98E67}" type="datetimeFigureOut">
              <a:rPr lang="en-US" smtClean="0"/>
              <a:t>12/6/25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19476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1524C-2386-4A77-AA3F-47DF77D98E67}" type="datetimeFigureOut">
              <a:rPr lang="en-US" smtClean="0"/>
              <a:t>12/6/25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40443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125" y="1310640"/>
            <a:ext cx="13838240" cy="5577840"/>
          </a:xfrm>
        </p:spPr>
        <p:txBody>
          <a:bodyPr anchor="b"/>
          <a:lstStyle>
            <a:lvl1pPr algn="l">
              <a:defRPr sz="9200" b="1"/>
            </a:lvl1pPr>
          </a:lstStyle>
          <a:p>
            <a:r>
              <a:rPr lang="en-US"/>
              <a:t>Click to edit Master title style</a:t>
            </a:r>
          </a:p>
        </p:txBody>
      </p:sp>
      <p:sp>
        <p:nvSpPr>
          <p:cNvPr id="3" name="Content Placeholder 2"/>
          <p:cNvSpPr>
            <a:spLocks noGrp="1"/>
          </p:cNvSpPr>
          <p:nvPr>
            <p:ph idx="1"/>
          </p:nvPr>
        </p:nvSpPr>
        <p:spPr>
          <a:xfrm>
            <a:off x="16445230" y="1310644"/>
            <a:ext cx="23514050" cy="28094942"/>
          </a:xfrm>
        </p:spPr>
        <p:txBody>
          <a:bodyPr/>
          <a:lstStyle>
            <a:lvl1pPr>
              <a:defRPr sz="14758"/>
            </a:lvl1pPr>
            <a:lvl2pPr>
              <a:defRPr sz="12841"/>
            </a:lvl2pPr>
            <a:lvl3pPr>
              <a:defRPr sz="1102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125" y="6888484"/>
            <a:ext cx="13838240" cy="22517102"/>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1134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4525" y="23042881"/>
            <a:ext cx="25237440" cy="2720342"/>
          </a:xfrm>
        </p:spPr>
        <p:txBody>
          <a:bodyPr anchor="b"/>
          <a:lstStyle>
            <a:lvl1pPr algn="l">
              <a:defRPr sz="9200" b="1"/>
            </a:lvl1pPr>
          </a:lstStyle>
          <a:p>
            <a:r>
              <a:rPr lang="en-US"/>
              <a:t>Click to edit Master title style</a:t>
            </a:r>
          </a:p>
        </p:txBody>
      </p:sp>
      <p:sp>
        <p:nvSpPr>
          <p:cNvPr id="3" name="Picture Placeholder 2"/>
          <p:cNvSpPr>
            <a:spLocks noGrp="1"/>
          </p:cNvSpPr>
          <p:nvPr>
            <p:ph type="pic" idx="1"/>
          </p:nvPr>
        </p:nvSpPr>
        <p:spPr>
          <a:xfrm>
            <a:off x="8244525" y="2941320"/>
            <a:ext cx="25237440" cy="19751040"/>
          </a:xfrm>
        </p:spPr>
        <p:txBody>
          <a:bodyPr/>
          <a:lstStyle>
            <a:lvl1pPr marL="0" indent="0">
              <a:buNone/>
              <a:defRPr sz="14758"/>
            </a:lvl1pPr>
            <a:lvl2pPr marL="2103047" indent="0">
              <a:buNone/>
              <a:defRPr sz="12841"/>
            </a:lvl2pPr>
            <a:lvl3pPr marL="4206094" indent="0">
              <a:buNone/>
              <a:defRPr sz="11020"/>
            </a:lvl3pPr>
            <a:lvl4pPr marL="6309141" indent="0">
              <a:buNone/>
              <a:defRPr sz="9200"/>
            </a:lvl4pPr>
            <a:lvl5pPr marL="8412187" indent="0">
              <a:buNone/>
              <a:defRPr sz="9200"/>
            </a:lvl5pPr>
            <a:lvl6pPr marL="10515234" indent="0">
              <a:buNone/>
              <a:defRPr sz="9200"/>
            </a:lvl6pPr>
            <a:lvl7pPr marL="12618281" indent="0">
              <a:buNone/>
              <a:defRPr sz="9200"/>
            </a:lvl7pPr>
            <a:lvl8pPr marL="14721328" indent="0">
              <a:buNone/>
              <a:defRPr sz="9200"/>
            </a:lvl8pPr>
            <a:lvl9pPr marL="16824375" indent="0">
              <a:buNone/>
              <a:defRPr sz="9200"/>
            </a:lvl9pPr>
          </a:lstStyle>
          <a:p>
            <a:endParaRPr lang="en-US"/>
          </a:p>
        </p:txBody>
      </p:sp>
      <p:sp>
        <p:nvSpPr>
          <p:cNvPr id="4" name="Text Placeholder 3"/>
          <p:cNvSpPr>
            <a:spLocks noGrp="1"/>
          </p:cNvSpPr>
          <p:nvPr>
            <p:ph type="body" sz="half" idx="2"/>
          </p:nvPr>
        </p:nvSpPr>
        <p:spPr>
          <a:xfrm>
            <a:off x="8244525" y="25763223"/>
            <a:ext cx="25237440" cy="3863338"/>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12/6/25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0246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825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240" y="1318265"/>
            <a:ext cx="94640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120" y="1318265"/>
            <a:ext cx="276910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12/6/25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89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03120" y="1318262"/>
            <a:ext cx="3785616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03120" y="7680964"/>
            <a:ext cx="3785616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3120" y="30510482"/>
            <a:ext cx="9814560" cy="1752600"/>
          </a:xfrm>
          <a:prstGeom prst="rect">
            <a:avLst/>
          </a:prstGeom>
        </p:spPr>
        <p:txBody>
          <a:bodyPr vert="horz" lIns="438912" tIns="219456" rIns="438912" bIns="219456" rtlCol="0" anchor="ctr"/>
          <a:lstStyle>
            <a:lvl1pPr algn="l">
              <a:defRPr sz="5558">
                <a:solidFill>
                  <a:schemeClr val="tx1">
                    <a:tint val="75000"/>
                  </a:schemeClr>
                </a:solidFill>
              </a:defRPr>
            </a:lvl1pPr>
          </a:lstStyle>
          <a:p>
            <a:fld id="{24E1524C-2386-4A77-AA3F-47DF77D98E67}" type="datetimeFigureOut">
              <a:rPr lang="en-US" smtClean="0"/>
              <a:t>12/6/25</a:t>
            </a:fld>
            <a:endParaRPr lang="en-US"/>
          </a:p>
        </p:txBody>
      </p:sp>
      <p:sp>
        <p:nvSpPr>
          <p:cNvPr id="5" name="Footer Placeholder 4"/>
          <p:cNvSpPr>
            <a:spLocks noGrp="1"/>
          </p:cNvSpPr>
          <p:nvPr>
            <p:ph type="ftr" sz="quarter" idx="3"/>
          </p:nvPr>
        </p:nvSpPr>
        <p:spPr>
          <a:xfrm>
            <a:off x="14371320" y="30510482"/>
            <a:ext cx="13319760" cy="1752600"/>
          </a:xfrm>
          <a:prstGeom prst="rect">
            <a:avLst/>
          </a:prstGeom>
        </p:spPr>
        <p:txBody>
          <a:bodyPr vert="horz" lIns="438912" tIns="219456" rIns="438912" bIns="219456" rtlCol="0" anchor="ctr"/>
          <a:lstStyle>
            <a:lvl1pPr algn="ctr">
              <a:defRPr sz="555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144720" y="30510482"/>
            <a:ext cx="9814560" cy="1752600"/>
          </a:xfrm>
          <a:prstGeom prst="rect">
            <a:avLst/>
          </a:prstGeom>
        </p:spPr>
        <p:txBody>
          <a:bodyPr vert="horz" lIns="438912" tIns="219456" rIns="438912" bIns="219456" rtlCol="0" anchor="ctr"/>
          <a:lstStyle>
            <a:lvl1pPr algn="r">
              <a:defRPr sz="5558">
                <a:solidFill>
                  <a:schemeClr val="tx1">
                    <a:tint val="75000"/>
                  </a:schemeClr>
                </a:solidFill>
              </a:defRPr>
            </a:lvl1pPr>
          </a:lstStyle>
          <a:p>
            <a:fld id="{47C0857A-08FC-4098-8B90-E25E1691C69A}" type="slidenum">
              <a:rPr lang="en-US" smtClean="0"/>
              <a:t>‹#›</a:t>
            </a:fld>
            <a:endParaRPr lang="en-US"/>
          </a:p>
        </p:txBody>
      </p:sp>
      <p:sp>
        <p:nvSpPr>
          <p:cNvPr id="7" name="Rectangle 6"/>
          <p:cNvSpPr/>
          <p:nvPr userDrawn="1"/>
        </p:nvSpPr>
        <p:spPr>
          <a:xfrm>
            <a:off x="0" y="-8022"/>
            <a:ext cx="42062400" cy="3086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41"/>
          </a:p>
        </p:txBody>
      </p:sp>
      <p:pic>
        <p:nvPicPr>
          <p:cNvPr id="19" name="Picture 18">
            <a:extLst>
              <a:ext uri="{FF2B5EF4-FFF2-40B4-BE49-F238E27FC236}">
                <a16:creationId xmlns:a16="http://schemas.microsoft.com/office/drawing/2014/main" id="{47613778-1994-7F4E-957C-2C13E92676E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1175" y="-674973"/>
            <a:ext cx="13875165" cy="5354722"/>
          </a:xfrm>
          <a:prstGeom prst="rect">
            <a:avLst/>
          </a:prstGeom>
        </p:spPr>
      </p:pic>
      <p:pic>
        <p:nvPicPr>
          <p:cNvPr id="21" name="Picture 20">
            <a:extLst>
              <a:ext uri="{FF2B5EF4-FFF2-40B4-BE49-F238E27FC236}">
                <a16:creationId xmlns:a16="http://schemas.microsoft.com/office/drawing/2014/main" id="{783D97CA-2D64-7045-A598-731D03607CF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4463375" y="1066801"/>
            <a:ext cx="16007080" cy="1434099"/>
          </a:xfrm>
          <a:prstGeom prst="rect">
            <a:avLst/>
          </a:prstGeom>
        </p:spPr>
      </p:pic>
    </p:spTree>
    <p:extLst>
      <p:ext uri="{BB962C8B-B14F-4D97-AF65-F5344CB8AC3E}">
        <p14:creationId xmlns:p14="http://schemas.microsoft.com/office/powerpoint/2010/main" val="119043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06094" rtl="0" eaLnBrk="1" latinLnBrk="0" hangingPunct="1">
        <a:spcBef>
          <a:spcPct val="0"/>
        </a:spcBef>
        <a:buNone/>
        <a:defRPr sz="20220" kern="1200">
          <a:solidFill>
            <a:schemeClr val="tx1"/>
          </a:solidFill>
          <a:latin typeface="+mj-lt"/>
          <a:ea typeface="+mj-ea"/>
          <a:cs typeface="+mj-cs"/>
        </a:defRPr>
      </a:lvl1pPr>
    </p:titleStyle>
    <p:bodyStyle>
      <a:lvl1pPr marL="1577285" indent="-1577285" algn="l" defTabSz="4206094" rtl="0" eaLnBrk="1" latinLnBrk="0" hangingPunct="1">
        <a:spcBef>
          <a:spcPct val="20000"/>
        </a:spcBef>
        <a:buFont typeface="Arial" pitchFamily="34" charset="0"/>
        <a:buChar char="•"/>
        <a:defRPr sz="14758" kern="1200">
          <a:solidFill>
            <a:schemeClr val="tx1"/>
          </a:solidFill>
          <a:latin typeface="+mn-lt"/>
          <a:ea typeface="+mn-ea"/>
          <a:cs typeface="+mn-cs"/>
        </a:defRPr>
      </a:lvl1pPr>
      <a:lvl2pPr marL="3417451" indent="-1314404" algn="l" defTabSz="4206094" rtl="0" eaLnBrk="1" latinLnBrk="0" hangingPunct="1">
        <a:spcBef>
          <a:spcPct val="20000"/>
        </a:spcBef>
        <a:buFont typeface="Arial" pitchFamily="34" charset="0"/>
        <a:buChar char="–"/>
        <a:defRPr sz="12841" kern="1200">
          <a:solidFill>
            <a:schemeClr val="tx1"/>
          </a:solidFill>
          <a:latin typeface="+mn-lt"/>
          <a:ea typeface="+mn-ea"/>
          <a:cs typeface="+mn-cs"/>
        </a:defRPr>
      </a:lvl2pPr>
      <a:lvl3pPr marL="5257617" indent="-1051523" algn="l" defTabSz="4206094" rtl="0" eaLnBrk="1" latinLnBrk="0" hangingPunct="1">
        <a:spcBef>
          <a:spcPct val="20000"/>
        </a:spcBef>
        <a:buFont typeface="Arial" pitchFamily="34" charset="0"/>
        <a:buChar char="•"/>
        <a:defRPr sz="11020" kern="1200">
          <a:solidFill>
            <a:schemeClr val="tx1"/>
          </a:solidFill>
          <a:latin typeface="+mn-lt"/>
          <a:ea typeface="+mn-ea"/>
          <a:cs typeface="+mn-cs"/>
        </a:defRPr>
      </a:lvl3pPr>
      <a:lvl4pPr marL="7360664"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6371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56675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669805"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77285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87589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206094" rtl="0" eaLnBrk="1" latinLnBrk="0" hangingPunct="1">
        <a:defRPr sz="8241" kern="1200">
          <a:solidFill>
            <a:schemeClr val="tx1"/>
          </a:solidFill>
          <a:latin typeface="+mn-lt"/>
          <a:ea typeface="+mn-ea"/>
          <a:cs typeface="+mn-cs"/>
        </a:defRPr>
      </a:lvl1pPr>
      <a:lvl2pPr marL="2103047" algn="l" defTabSz="4206094" rtl="0" eaLnBrk="1" latinLnBrk="0" hangingPunct="1">
        <a:defRPr sz="8241" kern="1200">
          <a:solidFill>
            <a:schemeClr val="tx1"/>
          </a:solidFill>
          <a:latin typeface="+mn-lt"/>
          <a:ea typeface="+mn-ea"/>
          <a:cs typeface="+mn-cs"/>
        </a:defRPr>
      </a:lvl2pPr>
      <a:lvl3pPr marL="4206094" algn="l" defTabSz="4206094" rtl="0" eaLnBrk="1" latinLnBrk="0" hangingPunct="1">
        <a:defRPr sz="8241" kern="1200">
          <a:solidFill>
            <a:schemeClr val="tx1"/>
          </a:solidFill>
          <a:latin typeface="+mn-lt"/>
          <a:ea typeface="+mn-ea"/>
          <a:cs typeface="+mn-cs"/>
        </a:defRPr>
      </a:lvl3pPr>
      <a:lvl4pPr marL="6309141" algn="l" defTabSz="4206094" rtl="0" eaLnBrk="1" latinLnBrk="0" hangingPunct="1">
        <a:defRPr sz="8241" kern="1200">
          <a:solidFill>
            <a:schemeClr val="tx1"/>
          </a:solidFill>
          <a:latin typeface="+mn-lt"/>
          <a:ea typeface="+mn-ea"/>
          <a:cs typeface="+mn-cs"/>
        </a:defRPr>
      </a:lvl4pPr>
      <a:lvl5pPr marL="8412187" algn="l" defTabSz="4206094" rtl="0" eaLnBrk="1" latinLnBrk="0" hangingPunct="1">
        <a:defRPr sz="8241" kern="1200">
          <a:solidFill>
            <a:schemeClr val="tx1"/>
          </a:solidFill>
          <a:latin typeface="+mn-lt"/>
          <a:ea typeface="+mn-ea"/>
          <a:cs typeface="+mn-cs"/>
        </a:defRPr>
      </a:lvl5pPr>
      <a:lvl6pPr marL="10515234" algn="l" defTabSz="4206094" rtl="0" eaLnBrk="1" latinLnBrk="0" hangingPunct="1">
        <a:defRPr sz="8241" kern="1200">
          <a:solidFill>
            <a:schemeClr val="tx1"/>
          </a:solidFill>
          <a:latin typeface="+mn-lt"/>
          <a:ea typeface="+mn-ea"/>
          <a:cs typeface="+mn-cs"/>
        </a:defRPr>
      </a:lvl6pPr>
      <a:lvl7pPr marL="12618281" algn="l" defTabSz="4206094" rtl="0" eaLnBrk="1" latinLnBrk="0" hangingPunct="1">
        <a:defRPr sz="8241" kern="1200">
          <a:solidFill>
            <a:schemeClr val="tx1"/>
          </a:solidFill>
          <a:latin typeface="+mn-lt"/>
          <a:ea typeface="+mn-ea"/>
          <a:cs typeface="+mn-cs"/>
        </a:defRPr>
      </a:lvl7pPr>
      <a:lvl8pPr marL="14721328" algn="l" defTabSz="4206094" rtl="0" eaLnBrk="1" latinLnBrk="0" hangingPunct="1">
        <a:defRPr sz="8241" kern="1200">
          <a:solidFill>
            <a:schemeClr val="tx1"/>
          </a:solidFill>
          <a:latin typeface="+mn-lt"/>
          <a:ea typeface="+mn-ea"/>
          <a:cs typeface="+mn-cs"/>
        </a:defRPr>
      </a:lvl8pPr>
      <a:lvl9pPr marL="16824375" algn="l" defTabSz="4206094" rtl="0" eaLnBrk="1" latinLnBrk="0" hangingPunct="1">
        <a:defRPr sz="8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648530" y="37890"/>
            <a:ext cx="14112353" cy="3231654"/>
          </a:xfrm>
          <a:prstGeom prst="rect">
            <a:avLst/>
          </a:prstGeom>
          <a:noFill/>
        </p:spPr>
        <p:txBody>
          <a:bodyPr wrap="square" rtlCol="0">
            <a:spAutoFit/>
          </a:bodyPr>
          <a:lstStyle/>
          <a:p>
            <a:r>
              <a:rPr lang="en-US" sz="3400" dirty="0">
                <a:solidFill>
                  <a:schemeClr val="bg1"/>
                </a:solidFill>
                <a:latin typeface="Lato" panose="020F0502020204030203" pitchFamily="34" charset="77"/>
              </a:rPr>
              <a:t> </a:t>
            </a:r>
          </a:p>
          <a:p>
            <a:r>
              <a:rPr lang="en-US" sz="3400" dirty="0">
                <a:solidFill>
                  <a:schemeClr val="bg1"/>
                </a:solidFill>
                <a:latin typeface="Lato" panose="020F0502020204030203" pitchFamily="34" charset="77"/>
              </a:rPr>
              <a:t>Mentor Name.      : </a:t>
            </a:r>
          </a:p>
          <a:p>
            <a:r>
              <a:rPr lang="en-US" sz="3400" dirty="0">
                <a:solidFill>
                  <a:schemeClr val="bg1"/>
                </a:solidFill>
                <a:latin typeface="Lato" panose="020F0502020204030203" pitchFamily="34" charset="77"/>
              </a:rPr>
              <a:t>Subject/Category : </a:t>
            </a:r>
          </a:p>
          <a:p>
            <a:r>
              <a:rPr lang="en-US" sz="3400" dirty="0">
                <a:solidFill>
                  <a:schemeClr val="bg1"/>
                </a:solidFill>
                <a:latin typeface="Lato" panose="020F0502020204030203" pitchFamily="34" charset="77"/>
              </a:rPr>
              <a:t>Class                      : </a:t>
            </a:r>
            <a:br>
              <a:rPr lang="en-US" sz="3400" dirty="0">
                <a:solidFill>
                  <a:schemeClr val="bg1"/>
                </a:solidFill>
                <a:latin typeface="Lato" panose="020F0502020204030203" pitchFamily="34" charset="77"/>
              </a:rPr>
            </a:br>
            <a:r>
              <a:rPr lang="en-US" sz="3400" dirty="0">
                <a:solidFill>
                  <a:schemeClr val="bg1"/>
                </a:solidFill>
                <a:latin typeface="Lato" panose="020F0502020204030203" pitchFamily="34" charset="77"/>
              </a:rPr>
              <a:t>Group #                 :</a:t>
            </a:r>
            <a:br>
              <a:rPr lang="en-US" sz="3400" dirty="0">
                <a:solidFill>
                  <a:schemeClr val="bg1"/>
                </a:solidFill>
                <a:latin typeface="Lato" panose="020F0502020204030203" pitchFamily="34" charset="77"/>
              </a:rPr>
            </a:br>
            <a:endParaRPr lang="en-US" sz="3400" dirty="0">
              <a:solidFill>
                <a:schemeClr val="bg1"/>
              </a:solidFill>
              <a:latin typeface="Lato" panose="020F0502020204030203" pitchFamily="34" charset="77"/>
            </a:endParaRPr>
          </a:p>
        </p:txBody>
      </p:sp>
      <p:sp>
        <p:nvSpPr>
          <p:cNvPr id="13" name="TextBox 12"/>
          <p:cNvSpPr txBox="1"/>
          <p:nvPr/>
        </p:nvSpPr>
        <p:spPr>
          <a:xfrm>
            <a:off x="1825625" y="6342627"/>
            <a:ext cx="18110200" cy="5478423"/>
          </a:xfrm>
          <a:prstGeom prst="rect">
            <a:avLst/>
          </a:prstGeom>
          <a:noFill/>
        </p:spPr>
        <p:txBody>
          <a:bodyPr wrap="square" rtlCol="0">
            <a:spAutoFit/>
          </a:bodyPr>
          <a:lstStyle/>
          <a:p>
            <a:r>
              <a:rPr lang="en-US" sz="5000" b="1" dirty="0">
                <a:latin typeface="Lato" panose="020F0502020204030203" pitchFamily="34" charset="77"/>
              </a:rPr>
              <a:t>Background, Motivation, and Goals</a:t>
            </a:r>
            <a:endParaRPr lang="en-US" sz="5000" dirty="0">
              <a:latin typeface="Lato" panose="020F0502020204030203" pitchFamily="34" charset="77"/>
            </a:endParaRPr>
          </a:p>
          <a:p>
            <a:pPr marL="812800" lvl="1" indent="-812800">
              <a:buFont typeface="Arial"/>
              <a:buChar char="•"/>
            </a:pPr>
            <a:r>
              <a:rPr lang="en-US" sz="5000" dirty="0"/>
              <a:t>The collection of texts are policies that dictate the restrictions on utility companies to keep utilities on in extreme weather circumstances. It is inspired by a friend and current IU student who has collected a list of all the policies/state codes and is using non-coding methods to determine which states have the best and worst protections.</a:t>
            </a:r>
            <a:endParaRPr lang="en-US" sz="5000" dirty="0">
              <a:latin typeface="Lato" panose="020F0502020204030203" pitchFamily="34" charset="77"/>
            </a:endParaRPr>
          </a:p>
        </p:txBody>
      </p:sp>
      <p:sp>
        <p:nvSpPr>
          <p:cNvPr id="22" name="TextBox 21"/>
          <p:cNvSpPr txBox="1"/>
          <p:nvPr/>
        </p:nvSpPr>
        <p:spPr>
          <a:xfrm>
            <a:off x="1825625" y="25329696"/>
            <a:ext cx="18463246" cy="5632311"/>
          </a:xfrm>
          <a:prstGeom prst="rect">
            <a:avLst/>
          </a:prstGeom>
          <a:noFill/>
        </p:spPr>
        <p:txBody>
          <a:bodyPr wrap="square" rtlCol="0">
            <a:spAutoFit/>
          </a:bodyPr>
          <a:lstStyle/>
          <a:p>
            <a:r>
              <a:rPr lang="en-US" sz="4500" b="1" dirty="0">
                <a:latin typeface="Lato" panose="020F0502020204030203" pitchFamily="34" charset="77"/>
              </a:rPr>
              <a:t>Process and Methods</a:t>
            </a:r>
          </a:p>
          <a:p>
            <a:r>
              <a:rPr lang="en-US" sz="4500" dirty="0"/>
              <a:t>The parameters examined for this project were punctuation that indicates multiple clauses (semicolons, colons, and commas). These words assume exceptions to a policy, the use of passive voice, the number of words per sentence, and words that invite vague and lax interpretations of the policy. The first three all lead to convoluted and confusing sentences, which make the policy hard to read. The latter allows for more loopholes or, at the very least, an unfair interpretation of the policy that reduces the protections provided.</a:t>
            </a:r>
          </a:p>
        </p:txBody>
      </p:sp>
      <p:sp>
        <p:nvSpPr>
          <p:cNvPr id="23" name="TextBox 22"/>
          <p:cNvSpPr txBox="1"/>
          <p:nvPr/>
        </p:nvSpPr>
        <p:spPr>
          <a:xfrm>
            <a:off x="1831064" y="17329197"/>
            <a:ext cx="13140845" cy="1107996"/>
          </a:xfrm>
          <a:prstGeom prst="rect">
            <a:avLst/>
          </a:prstGeom>
          <a:noFill/>
        </p:spPr>
        <p:txBody>
          <a:bodyPr wrap="square" rtlCol="0">
            <a:spAutoFit/>
          </a:bodyPr>
          <a:lstStyle/>
          <a:p>
            <a:r>
              <a:rPr lang="en-US" sz="6600" b="1" dirty="0">
                <a:latin typeface="Lato" panose="020F0502020204030203" pitchFamily="34" charset="77"/>
              </a:rPr>
              <a:t>Findings and Products</a:t>
            </a:r>
            <a:endParaRPr lang="en-US" sz="6600" b="1" dirty="0">
              <a:solidFill>
                <a:srgbClr val="000000"/>
              </a:solidFill>
              <a:latin typeface="Lato" panose="020F0502020204030203" pitchFamily="34" charset="77"/>
            </a:endParaRPr>
          </a:p>
        </p:txBody>
      </p:sp>
      <p:sp>
        <p:nvSpPr>
          <p:cNvPr id="25" name="TextBox 24"/>
          <p:cNvSpPr txBox="1"/>
          <p:nvPr/>
        </p:nvSpPr>
        <p:spPr>
          <a:xfrm>
            <a:off x="21773530" y="26897317"/>
            <a:ext cx="19448228" cy="5478423"/>
          </a:xfrm>
          <a:prstGeom prst="rect">
            <a:avLst/>
          </a:prstGeom>
          <a:noFill/>
        </p:spPr>
        <p:txBody>
          <a:bodyPr wrap="square" rtlCol="0">
            <a:spAutoFit/>
          </a:bodyPr>
          <a:lstStyle/>
          <a:p>
            <a:r>
              <a:rPr lang="en-US" sz="5000" b="1" dirty="0"/>
              <a:t>Conclusion and Next Steps</a:t>
            </a:r>
            <a:endParaRPr lang="en-US" sz="5000" b="1" dirty="0">
              <a:solidFill>
                <a:srgbClr val="000000"/>
              </a:solidFill>
            </a:endParaRPr>
          </a:p>
          <a:p>
            <a:pPr marL="812800" lvl="1" indent="-812800">
              <a:buFont typeface="Arial"/>
              <a:buChar char="•"/>
            </a:pPr>
            <a:r>
              <a:rPr lang="en-US" sz="5000" dirty="0"/>
              <a:t>It would be helpful to research more terms to match to the text for exceptions and vagueness, as well as look into the linguist tree to measure the complexity of the sentence rather than more general and less specific attributes. </a:t>
            </a:r>
            <a:r>
              <a:rPr lang="en-US" sz="5000"/>
              <a:t>Also, </a:t>
            </a:r>
            <a:r>
              <a:rPr lang="en-US" sz="5000" dirty="0"/>
              <a:t>when the research becomes available a list of the best and worst policies would be interesting to compare to </a:t>
            </a:r>
            <a:r>
              <a:rPr lang="en-US" sz="5000"/>
              <a:t>these scores.</a:t>
            </a:r>
            <a:endParaRPr lang="en-US" sz="5000" dirty="0"/>
          </a:p>
        </p:txBody>
      </p:sp>
      <p:sp>
        <p:nvSpPr>
          <p:cNvPr id="12" name="TextBox 11"/>
          <p:cNvSpPr txBox="1"/>
          <p:nvPr/>
        </p:nvSpPr>
        <p:spPr>
          <a:xfrm>
            <a:off x="1825625" y="4037706"/>
            <a:ext cx="38262427" cy="2245358"/>
          </a:xfrm>
          <a:prstGeom prst="rect">
            <a:avLst/>
          </a:prstGeom>
          <a:noFill/>
        </p:spPr>
        <p:txBody>
          <a:bodyPr wrap="square" rtlCol="0">
            <a:spAutoFit/>
          </a:bodyPr>
          <a:lstStyle/>
          <a:p>
            <a:pPr algn="ctr"/>
            <a:r>
              <a:rPr lang="en-US" sz="8241" b="1" dirty="0">
                <a:latin typeface="Lato" panose="020F0502020204030203" pitchFamily="34" charset="77"/>
              </a:rPr>
              <a:t>Analyzing Language in Policy Text</a:t>
            </a:r>
          </a:p>
          <a:p>
            <a:pPr algn="ctr"/>
            <a:r>
              <a:rPr lang="en-US" sz="5750" dirty="0">
                <a:latin typeface="Lato" panose="020F0502020204030203" pitchFamily="34" charset="77"/>
              </a:rPr>
              <a:t>Kate Lautenbach</a:t>
            </a:r>
            <a:endParaRPr lang="en-US" sz="8241" dirty="0">
              <a:latin typeface="Lato" panose="020F0502020204030203" pitchFamily="34" charset="77"/>
            </a:endParaRPr>
          </a:p>
        </p:txBody>
      </p:sp>
      <p:cxnSp>
        <p:nvCxnSpPr>
          <p:cNvPr id="15" name="Straight Connector 14"/>
          <p:cNvCxnSpPr>
            <a:cxnSpLocks/>
          </p:cNvCxnSpPr>
          <p:nvPr/>
        </p:nvCxnSpPr>
        <p:spPr>
          <a:xfrm>
            <a:off x="21031200" y="17167806"/>
            <a:ext cx="16516350" cy="0"/>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sp>
        <p:nvSpPr>
          <p:cNvPr id="9" name="TextBox 8">
            <a:extLst>
              <a:ext uri="{FF2B5EF4-FFF2-40B4-BE49-F238E27FC236}">
                <a16:creationId xmlns:a16="http://schemas.microsoft.com/office/drawing/2014/main" id="{11AF6794-C229-DBBC-7B13-79ABDE0E8AA0}"/>
              </a:ext>
            </a:extLst>
          </p:cNvPr>
          <p:cNvSpPr txBox="1"/>
          <p:nvPr/>
        </p:nvSpPr>
        <p:spPr>
          <a:xfrm>
            <a:off x="722686" y="21877787"/>
            <a:ext cx="20210133" cy="2785378"/>
          </a:xfrm>
          <a:prstGeom prst="rect">
            <a:avLst/>
          </a:prstGeom>
          <a:noFill/>
        </p:spPr>
        <p:txBody>
          <a:bodyPr wrap="square" rtlCol="0">
            <a:spAutoFit/>
          </a:bodyPr>
          <a:lstStyle/>
          <a:p>
            <a:r>
              <a:rPr lang="en-US" sz="3500" b="1" dirty="0">
                <a:latin typeface="Lato" panose="020F0502020204030203" pitchFamily="34" charset="77"/>
              </a:rPr>
              <a:t>Figure 3</a:t>
            </a:r>
            <a:endParaRPr lang="en-US" sz="3500" b="1" dirty="0">
              <a:solidFill>
                <a:srgbClr val="000000"/>
              </a:solidFill>
              <a:latin typeface="Lato" panose="020F0502020204030203" pitchFamily="34" charset="77"/>
            </a:endParaRPr>
          </a:p>
          <a:p>
            <a:pPr marL="812800" lvl="1" indent="-812800">
              <a:buFont typeface="Arial"/>
              <a:buChar char="•"/>
            </a:pPr>
            <a:r>
              <a:rPr lang="en-US" sz="3500" dirty="0">
                <a:solidFill>
                  <a:srgbClr val="000000"/>
                </a:solidFill>
                <a:latin typeface="Lato" panose="020F0502020204030203" pitchFamily="34" charset="77"/>
              </a:rPr>
              <a:t>Bar charts of each policies use of passive voice, clause separating punctuation, number of words per sentence, and instances of exceptions withing the policy. These are normalized by what percentage of instances each policy has of all the texts so the metrics can be shown correctly scaled</a:t>
            </a:r>
          </a:p>
        </p:txBody>
      </p:sp>
      <p:pic>
        <p:nvPicPr>
          <p:cNvPr id="18" name="Picture 17" descr="A group of colorful bars&#10;&#10;AI-generated content may be incorrect.">
            <a:extLst>
              <a:ext uri="{FF2B5EF4-FFF2-40B4-BE49-F238E27FC236}">
                <a16:creationId xmlns:a16="http://schemas.microsoft.com/office/drawing/2014/main" id="{A30631AF-7801-27A8-7B7F-D51993942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069" y="12145216"/>
            <a:ext cx="17967205" cy="9286190"/>
          </a:xfrm>
          <a:prstGeom prst="rect">
            <a:avLst/>
          </a:prstGeom>
        </p:spPr>
      </p:pic>
      <p:pic>
        <p:nvPicPr>
          <p:cNvPr id="20" name="Picture 19" descr="A grey and white lines&#10;&#10;AI-generated content may be incorrect.">
            <a:extLst>
              <a:ext uri="{FF2B5EF4-FFF2-40B4-BE49-F238E27FC236}">
                <a16:creationId xmlns:a16="http://schemas.microsoft.com/office/drawing/2014/main" id="{B7235A51-1F3F-FBB1-6541-28AB39442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3530" y="7507912"/>
            <a:ext cx="15043749" cy="9063460"/>
          </a:xfrm>
          <a:prstGeom prst="rect">
            <a:avLst/>
          </a:prstGeom>
        </p:spPr>
      </p:pic>
      <p:pic>
        <p:nvPicPr>
          <p:cNvPr id="24" name="Picture 23" descr="A graph of a number of people&#10;&#10;AI-generated content may be incorrect.">
            <a:extLst>
              <a:ext uri="{FF2B5EF4-FFF2-40B4-BE49-F238E27FC236}">
                <a16:creationId xmlns:a16="http://schemas.microsoft.com/office/drawing/2014/main" id="{E88D28D0-8DCB-8293-371E-C510F91D41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29583" y="17429032"/>
            <a:ext cx="18126920" cy="9063460"/>
          </a:xfrm>
          <a:prstGeom prst="rect">
            <a:avLst/>
          </a:prstGeom>
        </p:spPr>
      </p:pic>
      <p:sp>
        <p:nvSpPr>
          <p:cNvPr id="7" name="TextBox 6">
            <a:extLst>
              <a:ext uri="{FF2B5EF4-FFF2-40B4-BE49-F238E27FC236}">
                <a16:creationId xmlns:a16="http://schemas.microsoft.com/office/drawing/2014/main" id="{C0004524-C673-31E4-A821-F95211292B6F}"/>
              </a:ext>
            </a:extLst>
          </p:cNvPr>
          <p:cNvSpPr txBox="1"/>
          <p:nvPr/>
        </p:nvSpPr>
        <p:spPr>
          <a:xfrm>
            <a:off x="21782867" y="7051226"/>
            <a:ext cx="16237659" cy="1169551"/>
          </a:xfrm>
          <a:prstGeom prst="rect">
            <a:avLst/>
          </a:prstGeom>
          <a:noFill/>
        </p:spPr>
        <p:txBody>
          <a:bodyPr wrap="square" rtlCol="0">
            <a:spAutoFit/>
          </a:bodyPr>
          <a:lstStyle/>
          <a:p>
            <a:r>
              <a:rPr lang="en-US" sz="3500" b="1" dirty="0">
                <a:latin typeface="Lato" panose="020F0502020204030203" pitchFamily="34" charset="77"/>
              </a:rPr>
              <a:t>Figure 1</a:t>
            </a:r>
            <a:endParaRPr lang="en-US" sz="3500" b="1" dirty="0">
              <a:solidFill>
                <a:srgbClr val="000000"/>
              </a:solidFill>
              <a:latin typeface="Lato" panose="020F0502020204030203" pitchFamily="34" charset="77"/>
            </a:endParaRPr>
          </a:p>
          <a:p>
            <a:pPr marL="812800" lvl="1" indent="-812800">
              <a:buFont typeface="Arial"/>
              <a:buChar char="•"/>
            </a:pPr>
            <a:r>
              <a:rPr lang="en-US" sz="3500" dirty="0">
                <a:solidFill>
                  <a:srgbClr val="000000"/>
                </a:solidFill>
                <a:latin typeface="Lato" panose="020F0502020204030203" pitchFamily="34" charset="77"/>
              </a:rPr>
              <a:t>A Sankey diagram of the top five most common words over all the texts</a:t>
            </a:r>
          </a:p>
        </p:txBody>
      </p:sp>
      <p:sp>
        <p:nvSpPr>
          <p:cNvPr id="8" name="TextBox 7">
            <a:extLst>
              <a:ext uri="{FF2B5EF4-FFF2-40B4-BE49-F238E27FC236}">
                <a16:creationId xmlns:a16="http://schemas.microsoft.com/office/drawing/2014/main" id="{6C89BB65-05F5-3667-DD56-49CE5375A1D2}"/>
              </a:ext>
            </a:extLst>
          </p:cNvPr>
          <p:cNvSpPr txBox="1"/>
          <p:nvPr/>
        </p:nvSpPr>
        <p:spPr>
          <a:xfrm>
            <a:off x="23627681" y="25727766"/>
            <a:ext cx="12548029" cy="1169551"/>
          </a:xfrm>
          <a:prstGeom prst="rect">
            <a:avLst/>
          </a:prstGeom>
          <a:noFill/>
        </p:spPr>
        <p:txBody>
          <a:bodyPr wrap="square" rtlCol="0">
            <a:spAutoFit/>
          </a:bodyPr>
          <a:lstStyle/>
          <a:p>
            <a:r>
              <a:rPr lang="en-US" sz="3500" b="1" dirty="0">
                <a:latin typeface="Lato" panose="020F0502020204030203" pitchFamily="34" charset="77"/>
              </a:rPr>
              <a:t>Figure 2</a:t>
            </a:r>
            <a:endParaRPr lang="en-US" sz="3500" b="1" dirty="0">
              <a:solidFill>
                <a:srgbClr val="000000"/>
              </a:solidFill>
              <a:latin typeface="Lato" panose="020F0502020204030203" pitchFamily="34" charset="77"/>
            </a:endParaRPr>
          </a:p>
          <a:p>
            <a:pPr marL="812800" lvl="1" indent="-812800">
              <a:buFont typeface="Arial"/>
              <a:buChar char="•"/>
            </a:pPr>
            <a:r>
              <a:rPr lang="en-US" sz="3500" dirty="0">
                <a:solidFill>
                  <a:srgbClr val="000000"/>
                </a:solidFill>
                <a:latin typeface="Lato" panose="020F0502020204030203" pitchFamily="34" charset="77"/>
              </a:rPr>
              <a:t>A heat map that shows how vague each states policies are. </a:t>
            </a:r>
          </a:p>
        </p:txBody>
      </p:sp>
    </p:spTree>
    <p:extLst>
      <p:ext uri="{BB962C8B-B14F-4D97-AF65-F5344CB8AC3E}">
        <p14:creationId xmlns:p14="http://schemas.microsoft.com/office/powerpoint/2010/main" val="306476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6936867FB4BD4CBBB1D9655E335B32" ma:contentTypeVersion="36" ma:contentTypeDescription="Create a new document." ma:contentTypeScope="" ma:versionID="a3b697779c80ad6f3fc6834ffc48e6d7">
  <xsd:schema xmlns:xsd="http://www.w3.org/2001/XMLSchema" xmlns:xs="http://www.w3.org/2001/XMLSchema" xmlns:p="http://schemas.microsoft.com/office/2006/metadata/properties" xmlns:ns2="251e4a2b-1a33-4513-9017-f0bb34cca31e" xmlns:ns3="8380694e-df13-4765-9f36-450494b12df9" xmlns:ns4="e9952153-5aa5-42e8-8300-ccc6398e6c31" targetNamespace="http://schemas.microsoft.com/office/2006/metadata/properties" ma:root="true" ma:fieldsID="956d73d4f6a51e76747fa6a8bb943398" ns2:_="" ns3:_="" ns4:_="">
    <xsd:import namespace="251e4a2b-1a33-4513-9017-f0bb34cca31e"/>
    <xsd:import namespace="8380694e-df13-4765-9f36-450494b12df9"/>
    <xsd:import namespace="e9952153-5aa5-42e8-8300-ccc6398e6c3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e4a2b-1a33-4513-9017-f0bb34cca31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DateTaken" ma:index="32" nillable="true" ma:displayName="MediaServiceDateTaken" ma:hidden="true" ma:internalName="MediaServiceDateTaken" ma:readOnly="true">
      <xsd:simpleType>
        <xsd:restriction base="dms:Text"/>
      </xsd:simpleType>
    </xsd:element>
    <xsd:element name="MediaServiceOCR" ma:index="33" nillable="true" ma:displayName="Extracted Text" ma:internalName="MediaServiceOCR" ma:readOnly="true">
      <xsd:simpleType>
        <xsd:restriction base="dms:Note">
          <xsd:maxLength value="255"/>
        </xsd:restriction>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LengthInSeconds" ma:index="38" nillable="true" ma:displayName="MediaLengthInSeconds" ma:hidden="true" ma:internalName="MediaLengthInSeconds" ma:readOnly="true">
      <xsd:simpleType>
        <xsd:restriction base="dms:Unknown"/>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99a8f194-becd-4f93-a34b-b9b3045b7873" ma:termSetId="09814cd3-568e-fe90-9814-8d621ff8fb84" ma:anchorId="fba54fb3-c3e1-fe81-a776-ca4b69148c4d" ma:open="true" ma:isKeyword="false">
      <xsd:complexType>
        <xsd:sequence>
          <xsd:element ref="pc:Terms" minOccurs="0" maxOccurs="1"/>
        </xsd:sequence>
      </xsd:complexType>
    </xsd:element>
    <xsd:element name="MediaServiceLocation" ma:index="4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80694e-df13-4765-9f36-450494b12df9" elementFormDefault="qualified">
    <xsd:import namespace="http://schemas.microsoft.com/office/2006/documentManagement/types"/>
    <xsd:import namespace="http://schemas.microsoft.com/office/infopath/2007/PartnerControls"/>
    <xsd:element name="SharedWithUsers" ma:index="3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9952153-5aa5-42e8-8300-ccc6398e6c31" elementFormDefault="qualified">
    <xsd:import namespace="http://schemas.microsoft.com/office/2006/documentManagement/types"/>
    <xsd:import namespace="http://schemas.microsoft.com/office/infopath/2007/PartnerControls"/>
    <xsd:element name="TaxCatchAll" ma:index="41" nillable="true" ma:displayName="Taxonomy Catch All Column" ma:hidden="true" ma:list="{53582677-507c-480e-b47d-c119b048ca4c}" ma:internalName="TaxCatchAll" ma:showField="CatchAllData" ma:web="8380694e-df13-4765-9f36-450494b1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eamsChannelId xmlns="251e4a2b-1a33-4513-9017-f0bb34cca31e" xsi:nil="true"/>
    <Invited_Members xmlns="251e4a2b-1a33-4513-9017-f0bb34cca31e" xsi:nil="true"/>
    <Math_Settings xmlns="251e4a2b-1a33-4513-9017-f0bb34cca31e" xsi:nil="true"/>
    <Self_Registration_Enabled xmlns="251e4a2b-1a33-4513-9017-f0bb34cca31e" xsi:nil="true"/>
    <AppVersion xmlns="251e4a2b-1a33-4513-9017-f0bb34cca31e" xsi:nil="true"/>
    <LMS_Mappings xmlns="251e4a2b-1a33-4513-9017-f0bb34cca31e" xsi:nil="true"/>
    <IsNotebookLocked xmlns="251e4a2b-1a33-4513-9017-f0bb34cca31e" xsi:nil="true"/>
    <Templates xmlns="251e4a2b-1a33-4513-9017-f0bb34cca31e" xsi:nil="true"/>
    <NotebookType xmlns="251e4a2b-1a33-4513-9017-f0bb34cca31e" xsi:nil="true"/>
    <FolderType xmlns="251e4a2b-1a33-4513-9017-f0bb34cca31e" xsi:nil="true"/>
    <DefaultSectionNames xmlns="251e4a2b-1a33-4513-9017-f0bb34cca31e" xsi:nil="true"/>
    <Has_Leaders_Only_SectionGroup xmlns="251e4a2b-1a33-4513-9017-f0bb34cca31e" xsi:nil="true"/>
    <Owner xmlns="251e4a2b-1a33-4513-9017-f0bb34cca31e">
      <UserInfo>
        <DisplayName/>
        <AccountId xsi:nil="true"/>
        <AccountType/>
      </UserInfo>
    </Owner>
    <Is_Collaboration_Space_Locked xmlns="251e4a2b-1a33-4513-9017-f0bb34cca31e" xsi:nil="true"/>
    <Distribution_Groups xmlns="251e4a2b-1a33-4513-9017-f0bb34cca31e" xsi:nil="true"/>
    <Invited_Leaders xmlns="251e4a2b-1a33-4513-9017-f0bb34cca31e" xsi:nil="true"/>
    <Members xmlns="251e4a2b-1a33-4513-9017-f0bb34cca31e">
      <UserInfo>
        <DisplayName/>
        <AccountId xsi:nil="true"/>
        <AccountType/>
      </UserInfo>
    </Members>
    <Member_Groups xmlns="251e4a2b-1a33-4513-9017-f0bb34cca31e">
      <UserInfo>
        <DisplayName/>
        <AccountId xsi:nil="true"/>
        <AccountType/>
      </UserInfo>
    </Member_Groups>
    <CultureName xmlns="251e4a2b-1a33-4513-9017-f0bb34cca31e" xsi:nil="true"/>
    <Leaders xmlns="251e4a2b-1a33-4513-9017-f0bb34cca31e">
      <UserInfo>
        <DisplayName/>
        <AccountId xsi:nil="true"/>
        <AccountType/>
      </UserInfo>
    </Leaders>
    <TaxCatchAll xmlns="e9952153-5aa5-42e8-8300-ccc6398e6c31" xsi:nil="true"/>
    <lcf76f155ced4ddcb4097134ff3c332f xmlns="251e4a2b-1a33-4513-9017-f0bb34cca31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8F14C0-1A79-43CE-83C8-9664294EF342}">
  <ds:schemaRefs>
    <ds:schemaRef ds:uri="251e4a2b-1a33-4513-9017-f0bb34cca31e"/>
    <ds:schemaRef ds:uri="8380694e-df13-4765-9f36-450494b12df9"/>
    <ds:schemaRef ds:uri="e9952153-5aa5-42e8-8300-ccc6398e6c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5F3152-1B22-4120-90AD-ABECC3E883B9}">
  <ds:schemaRefs>
    <ds:schemaRef ds:uri="251e4a2b-1a33-4513-9017-f0bb34cca31e"/>
    <ds:schemaRef ds:uri="e9952153-5aa5-42e8-8300-ccc6398e6c3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2B731D7-F5BF-4D0E-BEA0-A10CED407C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54</TotalTime>
  <Words>345</Words>
  <Application>Microsoft Macintosh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Todor Kiryazov</dc:creator>
  <cp:lastModifiedBy>Kate Lautenbach</cp:lastModifiedBy>
  <cp:revision>6</cp:revision>
  <dcterms:created xsi:type="dcterms:W3CDTF">2012-02-02T18:01:45Z</dcterms:created>
  <dcterms:modified xsi:type="dcterms:W3CDTF">2025-12-06T17:25:41Z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0x010100896936867FB4BD4CBBB1D9655E335B32</vt:lpwstr>
  </property>
  <property fmtid="{D5CDD505-2E9C-101B-9397-08002B2CF9AE}" pid="3" name="MediaServiceImageTags">
    <vt:lpwstr/>
  </property>
</Properties>
</file>